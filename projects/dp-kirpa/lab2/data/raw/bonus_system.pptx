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Система премирования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Департамент 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Квартальные бонусы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Условия получения:</a:t>
            </a:r>
          </a:p>
          <a:p>
            <a:pPr lvl="1"/>
            <a:r>
              <a:t>Выполнение плана продаж на 100%.</a:t>
            </a:r>
          </a:p>
          <a:p>
            <a:pPr lvl="1"/>
            <a:r>
              <a:t>Отсутствие дисциплинарных взысканий.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